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Management to Accreditation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NAAC Accreditation Readiness Platform for Indian Higher Education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— 60-Day Claude AI Challenge  |  10-Day Capstone  |  v1.0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92640" y="1005840"/>
            <a:ext cx="1920240" cy="1920240"/>
          </a:xfrm>
          <a:prstGeom prst="ellipse">
            <a:avLst/>
          </a:prstGeom>
          <a:solidFill>
            <a:srgbClr val="0E7C7B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4206240"/>
            <a:ext cx="1005840" cy="1005840"/>
          </a:xfrm>
          <a:prstGeom prst="ellipse">
            <a:avLst/>
          </a:prstGeom>
          <a:solidFill>
            <a:srgbClr val="D9A441">
              <a:alpha val="9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 accreditation software tells institutions what they've stored — not whether they're 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67919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gaps surface only weeks before the actual NAAC visit — too late to fix.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0574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67919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hundreds of documents to 100+ NAAC metrics by hand is slow and error-prone.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evidence, discovered late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64515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signatures, dates, or attachments are found during assessment, not before.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trapped in people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64515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evidence goes where" lives in a few overworked IQAC staff members' heads.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AccrediAI serves the full institutional hierarchy involved in accreditation readiness.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6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24028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IQAC Coordinator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— owns institution-wide accreditation readiness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6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9100" y="224028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42291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Coordinator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35661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evidence &amp; readiness for assigned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7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230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35661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Institution-wide oversight and readiness visibility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7FC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1550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1540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Member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61120" y="35661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evidence for their own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 (foundational access): NAAC Coordinator · Head of Department · Data Entry Operator · Institution Admin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AccrediAI: an AI Accreditation Copilot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institutional evidence — AccrediAI automatically maps it to NAAC's Criteria and Metrics, validates its quality, identifies gaps, and produces an explainable Accreditation Readiness Score with specific next actions.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2A367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3200400"/>
            <a:ext cx="297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66060" y="2880360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2A3670"/>
          </a:solidFill>
          <a:ln/>
        </p:spPr>
      </p:sp>
      <p:sp>
        <p:nvSpPr>
          <p:cNvPr id="9" name="Text 7"/>
          <p:cNvSpPr/>
          <p:nvPr/>
        </p:nvSpPr>
        <p:spPr>
          <a:xfrm>
            <a:off x="285750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&amp; Validates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6300" y="3200400"/>
            <a:ext cx="297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83480" y="2880360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2A3670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Detected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3200400"/>
            <a:ext cx="297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00900" y="2880360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729234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Updates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21140" y="3200400"/>
            <a:ext cx="297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418320" y="2880360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2A3670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prediction of the official NAAC grade — an evidence-based readiness measurement, inspired by NAAC's own framework, that is always explainable.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Intelligence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extraction, classification, and Criterion/Metric mapping with confidence scoring.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87952" y="141732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9" name="Shape 7"/>
          <p:cNvSpPr/>
          <p:nvPr/>
        </p:nvSpPr>
        <p:spPr>
          <a:xfrm>
            <a:off x="4416552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41655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16552" y="22402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271576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duplicates, missing dates/signatures, and incomplete supporting documents.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827264" y="141732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55864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80558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55864" y="22402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Readiness Score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55864" y="271576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→ Key Indicator → Criterion → Institution scoring, always traceable to source evidence.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3891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 &amp; Recommendations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486460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missing or weak evidence with specific, actionable next steps.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187952" y="356616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416552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441655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16552" y="43891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16552" y="486460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suggests, the IQAC Coordinator remains the final authority on every classification.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827264" y="356616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55864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8055864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55864" y="43891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 + AQAR/SSR Drafting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55864" y="486460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search over institutional evidence and auto-drafted report sections.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Readiness Scoring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bottom-up from NAAC's own published framework — every score is explainable.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65960"/>
            <a:ext cx="4224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Readiness 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48656" y="1965960"/>
            <a:ext cx="5330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availability, document quality, AI confidence, completeness vs. NAAC requirements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34440" y="2907792"/>
            <a:ext cx="9235440" cy="868680"/>
          </a:xfrm>
          <a:prstGeom prst="roundRect">
            <a:avLst>
              <a:gd name="adj" fmla="val 6316"/>
            </a:avLst>
          </a:prstGeom>
          <a:solidFill>
            <a:srgbClr val="2A3E82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999232"/>
            <a:ext cx="3878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98034" y="2999232"/>
            <a:ext cx="48947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of Metric scores using NAAC's published weightages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0" y="3941064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4032504"/>
            <a:ext cx="35332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7411" y="4032504"/>
            <a:ext cx="44586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of all Key Indicators within the Criterion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7400" y="4974336"/>
            <a:ext cx="7589520" cy="868680"/>
          </a:xfrm>
          <a:prstGeom prst="roundRect">
            <a:avLst>
              <a:gd name="adj" fmla="val 6316"/>
            </a:avLst>
          </a:prstGeom>
          <a:solidFill>
            <a:srgbClr val="0A9D9B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5065776"/>
            <a:ext cx="3187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Readiness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6789" y="5065776"/>
            <a:ext cx="40224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across all 7 Criteria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displays: contributing evidence · detected gaps · recommended next 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4754880"/>
          </a:xfrm>
          <a:prstGeom prst="roundRect">
            <a:avLst>
              <a:gd name="adj" fmla="val 2089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3044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from day one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per-institution data isolation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8 institutional roles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NAAC Criteria in data model &amp; UI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87952" y="1371600"/>
            <a:ext cx="3502152" cy="4754880"/>
          </a:xfrm>
          <a:prstGeom prst="roundRect">
            <a:avLst>
              <a:gd name="adj" fmla="val 2089"/>
            </a:avLst>
          </a:prstGeom>
          <a:solidFill>
            <a:srgbClr val="EAF6F5"/>
          </a:solidFill>
          <a:ln/>
        </p:spPr>
      </p:sp>
      <p:sp>
        <p:nvSpPr>
          <p:cNvPr id="7" name="Text 5"/>
          <p:cNvSpPr/>
          <p:nvPr/>
        </p:nvSpPr>
        <p:spPr>
          <a:xfrm>
            <a:off x="4416552" y="16002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16552" y="2148840"/>
            <a:ext cx="3044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extraction: PDF &amp; DOCX (best-effort image/Excel)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classification to Criterion/Key Indicator/Metric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 &amp; duplicate detection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gap detection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27264" y="1371600"/>
            <a:ext cx="3502152" cy="4754880"/>
          </a:xfrm>
          <a:prstGeom prst="roundRect">
            <a:avLst>
              <a:gd name="adj" fmla="val 2089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8055864" y="16002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Principles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55864" y="2148840"/>
            <a:ext cx="3044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on every AI decision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by design — every score is traceable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depth on 3 representative Criteria (2, 3, 6)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framework — new Criteria via config, not rebuild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 Scope: Depth Where It Counts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enterprise skeleton, with real AI intelligence concentrated where it proves the concept.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02152" cy="4572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02152" cy="3657600"/>
          </a:xfrm>
          <a:prstGeom prst="roundRect">
            <a:avLst>
              <a:gd name="adj" fmla="val 1567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30449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auth &amp; RBAC (8 roles)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IQAC &amp; Criterion Coordinator dashboards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workflow: upload → score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readiness scoring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Criteria — full navigation &amp; structure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AI: Criteria 2, 3, 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87952" y="1965960"/>
            <a:ext cx="3502152" cy="457200"/>
          </a:xfrm>
          <a:prstGeom prst="roundRect">
            <a:avLst>
              <a:gd name="adj" fmla="val 12000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4187952" y="19659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87952" y="2514600"/>
            <a:ext cx="3502152" cy="3657600"/>
          </a:xfrm>
          <a:prstGeom prst="roundRect">
            <a:avLst>
              <a:gd name="adj" fmla="val 1567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743200"/>
            <a:ext cx="30449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&amp; Faculty dashboards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 assistant (supported criteria)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AQAR/SSR draft generation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readiness analytics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27264" y="1965960"/>
            <a:ext cx="3502152" cy="457200"/>
          </a:xfrm>
          <a:prstGeom prst="roundRect">
            <a:avLst>
              <a:gd name="adj" fmla="val 12000"/>
            </a:avLst>
          </a:prstGeom>
          <a:solidFill>
            <a:srgbClr val="8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7827264" y="19659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RELEASES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27264" y="2514600"/>
            <a:ext cx="3502152" cy="3657600"/>
          </a:xfrm>
          <a:prstGeom prst="roundRect">
            <a:avLst>
              <a:gd name="adj" fmla="val 1567"/>
            </a:avLst>
          </a:prstGeom>
          <a:solidFill>
            <a:srgbClr val="F4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8055864" y="2743200"/>
            <a:ext cx="30449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depth for Criteria 1, 4, 5, 7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workflows: remaining 4 roles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/ NIRF framework support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integrations &amp; continuous learning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extensible framework built in v1.0 is designed to grow into the full accreditation lifecycle.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2A36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68880"/>
            <a:ext cx="137160" cy="1371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95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full AI intelligence to the remaining 4 NAAC Criteria; complete workflows for all 8 institutional roles.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2A3670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2468880"/>
            <a:ext cx="137160" cy="1371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395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from coordinator corrections; deeper analytics and benchmarking across accreditation cycles.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2A367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468880"/>
            <a:ext cx="137160" cy="1371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395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and NIRF framework support; ERP/institutional-system integrations; multi-institution benchmarking network across India.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future where every Higher Education Institution in India — not just the well-resourced ones — walks into NAAC assessment knowing exactly where it stands, backed by evidence, not guesswork.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37760" y="3520440"/>
            <a:ext cx="22860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AccrediAI — Accreditation Intelligence for Indian Higher Education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AB Talks — 60-Day Claude AI 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2026-07-28T18:49:57Z</dcterms:created>
  <dcterms:modified xsi:type="dcterms:W3CDTF">2026-07-28T18:49:57Z</dcterms:modified>
</cp:coreProperties>
</file>